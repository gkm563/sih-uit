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163" y="2255255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56319" y="86392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778208" y="189132"/>
            <a:ext cx="7043789" cy="930922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UIT INTERNAL HACKATHON - SIH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552" y="25024"/>
            <a:ext cx="1971536" cy="930922"/>
          </a:xfrm>
          <a:prstGeom prst="rect">
            <a:avLst/>
          </a:prstGeom>
        </p:spPr>
      </p:pic>
      <p:pic>
        <p:nvPicPr>
          <p:cNvPr id="11" name="Picture 2" descr="United Institute of Technology">
            <a:extLst>
              <a:ext uri="{FF2B5EF4-FFF2-40B4-BE49-F238E27FC236}">
                <a16:creationId xmlns:a16="http://schemas.microsoft.com/office/drawing/2014/main" id="{F9FB5B73-D3AA-4E05-BE36-1752F7062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42" y="218045"/>
            <a:ext cx="2352675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2" descr="United Institute of Technology">
            <a:extLst>
              <a:ext uri="{FF2B5EF4-FFF2-40B4-BE49-F238E27FC236}">
                <a16:creationId xmlns:a16="http://schemas.microsoft.com/office/drawing/2014/main" id="{2BE09C0F-617B-4B78-91E2-BA0CBC59A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42" y="218045"/>
            <a:ext cx="2352675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2" descr="United Institute of Technology">
            <a:extLst>
              <a:ext uri="{FF2B5EF4-FFF2-40B4-BE49-F238E27FC236}">
                <a16:creationId xmlns:a16="http://schemas.microsoft.com/office/drawing/2014/main" id="{0C916F30-8F55-484A-B509-A1A7E82E1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42" y="218045"/>
            <a:ext cx="2352675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71500" y="-47626"/>
            <a:ext cx="11010900" cy="117157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2" descr="United Institute of Technology">
            <a:extLst>
              <a:ext uri="{FF2B5EF4-FFF2-40B4-BE49-F238E27FC236}">
                <a16:creationId xmlns:a16="http://schemas.microsoft.com/office/drawing/2014/main" id="{5DED807E-1EB1-4BF0-B896-7ABF0A786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42" y="218045"/>
            <a:ext cx="2352675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2" descr="United Institute of Technology">
            <a:extLst>
              <a:ext uri="{FF2B5EF4-FFF2-40B4-BE49-F238E27FC236}">
                <a16:creationId xmlns:a16="http://schemas.microsoft.com/office/drawing/2014/main" id="{380F3E00-5B46-42A0-A890-47AC05309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42" y="218045"/>
            <a:ext cx="2352675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4852" y="-95250"/>
            <a:ext cx="84963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1" name="Picture 2" descr="United Institute of Technology">
            <a:extLst>
              <a:ext uri="{FF2B5EF4-FFF2-40B4-BE49-F238E27FC236}">
                <a16:creationId xmlns:a16="http://schemas.microsoft.com/office/drawing/2014/main" id="{0B4E903E-6224-4327-84B7-A72A06F39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42" y="218045"/>
            <a:ext cx="2352675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7559</TotalTime>
  <Words>325</Words>
  <Application>Microsoft Office PowerPoint</Application>
  <PresentationFormat>Widescreen</PresentationFormat>
  <Paragraphs>57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UIT INTERNAL HACKATHON - SIH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Gautam Kumar Maurya</cp:lastModifiedBy>
  <cp:revision>151</cp:revision>
  <dcterms:created xsi:type="dcterms:W3CDTF">2013-12-12T18:46:50Z</dcterms:created>
  <dcterms:modified xsi:type="dcterms:W3CDTF">2026-08-06T12:31:32Z</dcterms:modified>
  <cp:category/>
</cp:coreProperties>
</file>