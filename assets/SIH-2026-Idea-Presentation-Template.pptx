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  <p:sldId id="297" r:id="rId8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0" d="100"/>
          <a:sy n="80" d="100"/>
        </p:scale>
        <p:origin x="754" y="53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8/6/2026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8/6/2026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8/6/2026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8/6/2026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8/6/2026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8/6/2026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8/6/2026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8/6/2026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389580" y="1137027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401608" y="218045"/>
            <a:ext cx="6160587" cy="930922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Theme-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PS Category- Software/Hardware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ID-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58552" y="25024"/>
            <a:ext cx="1971536" cy="930922"/>
          </a:xfrm>
          <a:prstGeom prst="rect">
            <a:avLst/>
          </a:prstGeom>
        </p:spPr>
      </p:pic>
      <p:pic>
        <p:nvPicPr>
          <p:cNvPr id="1026" name="Picture 2" descr="United Institute of Technology">
            <a:extLst>
              <a:ext uri="{FF2B5EF4-FFF2-40B4-BE49-F238E27FC236}">
                <a16:creationId xmlns:a16="http://schemas.microsoft.com/office/drawing/2014/main" id="{5A286FB2-B593-478E-A4C5-81FDC96A72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242" y="218045"/>
            <a:ext cx="2352675" cy="666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-1" y="2064921"/>
            <a:ext cx="12191999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3200" b="1" u="sng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Proposed Solution (Describe your Idea/Solution/Prototype)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Detailed explanation of the proposed solution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 How it addresses the problem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Innovation and uniqueness of the solution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2" name="Picture 2" descr="United Institute of Technology">
            <a:extLst>
              <a:ext uri="{FF2B5EF4-FFF2-40B4-BE49-F238E27FC236}">
                <a16:creationId xmlns:a16="http://schemas.microsoft.com/office/drawing/2014/main" id="{2BE09C0F-617B-4B78-91E2-BA0CBC59A7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242" y="218045"/>
            <a:ext cx="2352675" cy="666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815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Technologies to be used (e.g. programming languages, frameworks, hardware)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 dirty="0">
                <a:latin typeface="Arial" pitchFamily="34" charset="0"/>
                <a:cs typeface="Arial" pitchFamily="34" charset="0"/>
              </a:rPr>
              <a:t>Methodology and process for implementation (Flow Charts/Images/ working prototype)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9" name="Picture 2" descr="United Institute of Technology">
            <a:extLst>
              <a:ext uri="{FF2B5EF4-FFF2-40B4-BE49-F238E27FC236}">
                <a16:creationId xmlns:a16="http://schemas.microsoft.com/office/drawing/2014/main" id="{0C916F30-8F55-484A-B509-A1A7E82E1D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242" y="218045"/>
            <a:ext cx="2352675" cy="666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571500" y="-47626"/>
            <a:ext cx="11010900" cy="1171575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Analysis of the feasibility of the idea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Potential challenges and risks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Strategies</a:t>
            </a:r>
            <a:r>
              <a:rPr kumimoji="0" lang="en-US" sz="2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 for overcoming these challenges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9" name="Picture 2" descr="United Institute of Technology">
            <a:extLst>
              <a:ext uri="{FF2B5EF4-FFF2-40B4-BE49-F238E27FC236}">
                <a16:creationId xmlns:a16="http://schemas.microsoft.com/office/drawing/2014/main" id="{5DED807E-1EB1-4BF0-B896-7ABF0A7866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242" y="218045"/>
            <a:ext cx="2352675" cy="666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Potential impact on the target audience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Benefits of the solution (social, economic, environmental, etc.)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9" name="Picture 2" descr="United Institute of Technology">
            <a:extLst>
              <a:ext uri="{FF2B5EF4-FFF2-40B4-BE49-F238E27FC236}">
                <a16:creationId xmlns:a16="http://schemas.microsoft.com/office/drawing/2014/main" id="{380F3E00-5B46-42A0-A890-47AC053093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242" y="218045"/>
            <a:ext cx="2352675" cy="666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924852" y="-95250"/>
            <a:ext cx="8496300" cy="1143000"/>
          </a:xfrm>
        </p:spPr>
        <p:txBody>
          <a:bodyPr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795263"/>
            <a:ext cx="938530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noProof="0" dirty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Details / Links of the reference and research work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1" name="Picture 2" descr="United Institute of Technology">
            <a:extLst>
              <a:ext uri="{FF2B5EF4-FFF2-40B4-BE49-F238E27FC236}">
                <a16:creationId xmlns:a16="http://schemas.microsoft.com/office/drawing/2014/main" id="{0B4E903E-6224-4327-84B7-A72A06F39D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3242" y="218045"/>
            <a:ext cx="2352675" cy="666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7535</TotalTime>
  <Words>323</Words>
  <Application>Microsoft Office PowerPoint</Application>
  <PresentationFormat>Widescreen</PresentationFormat>
  <Paragraphs>57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4" baseType="lpstr"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Gautam Kumar Maurya</cp:lastModifiedBy>
  <cp:revision>150</cp:revision>
  <dcterms:created xsi:type="dcterms:W3CDTF">2013-12-12T18:46:50Z</dcterms:created>
  <dcterms:modified xsi:type="dcterms:W3CDTF">2026-08-06T08:26:28Z</dcterms:modified>
  <cp:category/>
</cp:coreProperties>
</file>